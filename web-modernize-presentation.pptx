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7200" b="0" i="0">
                <a:solidFill>
                  <a:srgbClr val="FAFBFC"/>
                </a:solidFill>
                <a:latin typeface="Segoe UI Light"/>
              </a:rPr>
              <a:t>web-modernize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41648" y="3246120"/>
            <a:ext cx="4114800" cy="36576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429000"/>
            <a:ext cx="1127729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0" i="0">
                <a:solidFill>
                  <a:srgbClr val="FAFBFC"/>
                </a:solidFill>
                <a:latin typeface="Segoe UI Semibold"/>
              </a:rPr>
              <a:t>AI-Guided Legacy Web Application Migration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77639"/>
            <a:ext cx="11277295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1">
                <a:solidFill>
                  <a:srgbClr val="00C2CB"/>
                </a:solidFill>
                <a:latin typeface="Calibri"/>
              </a:rPr>
              <a:t>A Claude Code Plugin for Enterprise Teams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893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Segoe UI Semibold"/>
              </a:rPr>
              <a:t>Balaji Harikrishnan   ·   Cognizant   ·   May 2026   ·   v0.10.0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What is  web-modernize?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A Claude Code plugin that gives software teams a structured workflow for modernizing legacy web applications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v0.10.0   ·   Balaji Harikrishnan   ·   Cognizant   ·   May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02  /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097280"/>
            <a:ext cx="11460175" cy="36576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OVERVIEW   —   what the plugin does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554480"/>
            <a:ext cx="11460175" cy="1097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0020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web-modernize is a Claude Code plugin that developers install from the marketplace onto their own machine. It is used to modernize old web applications: the plugin reads a legacy application built in older technology (like ASP.NET, Java JSP, or AngularJS), then helps the team rewrite it  —  one page or feature at a time  —  into a modern framework (like React, Next.js, or Angular). Developers stay in control of every decision. The plugin handles the time-consuming translation work.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56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00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Migrates feature by feature, not all at once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04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848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Visible to leadership at every step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752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9896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Team-scale workflow, not individual prompting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33756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35584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TECHNICAL OVERVIEW   —   components and architecture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794760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794760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813048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Plugin Host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142232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Runs inside Claude Code (Anthropic's official AI coding tool). Installs via the standard  /plugin install  command  —  no separate infrastructure, no servers.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1344" y="3794760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344" y="3794760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3813048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What It Adds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142232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15 skills exposed as slash commands  ·  3 AI agents (analyzer, migrator, gotchas catalog)  ·  2 automation hooks  ·  8 schema-validated templates copied into the team's repo.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965192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965192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983480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State and Concurrency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312664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All migration state lives in git as JSON. Per-unit file split (schema v3) lets 20+ developers migrate different units in parallel  —  zero merge conflicts by design.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1344" y="4965192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81344" y="4965192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18504" y="4983480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Stacks Supported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5312664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17 source stacks (ASP.NET WebForms/MVC/Core, Java JSP/Struts/Spring, AngularJS, Vue 2, jQuery, PHP, ColdFusion, Rails, Django, WordPress, ExtJS, classic ASP)  →  14 modern targets (React/Next/Vue 3/Angular/SvelteKit/Astro/Nuxt/Remix + .NET / Spring Boot / Nest / FastAPI / Express / Hono). Any other stack drops into a 3-question follow-up; migration continues.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Installed in minutes from the marketplace.  The team has a working, end-to-end migration workflow the same 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Why We Need This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Ad-hoc AI prompting and one-off tooling don't scale to enterprise modernization — six things the plugin adds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v0.10.0   ·   Balaji Harikrishnan   ·   Cognizant   ·   May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03  /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Enforced consistency across the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One workflow, one set of conventions, one quality bar. Every developer produces the same shape of output instead of inventing their own prompt style.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4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Durable progress ledger in git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Who did what, what is done, what is left — all tracked. Direct prompting forgets everything when the session ends; the plugin remembers across days and developers.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Project context captured once, used everywhere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Legacy stack, target stack, conventions, and constraints live in migration.md. No re-explaining the project on every prompt to every developer.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Verification gate that cannot be skipped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Every unit must pass lint, type-check, and tests before it counts as done. Quality is enforced by the workflow, not remembered by the developer.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2816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42816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3984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Team-aware coordination at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Backlog, real-time kanban, per-unit git layout, deterministic merge rules. 20+ developers can migrate in parallel without colliding or duplicating work.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9872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9872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Built-in rollback and audit trail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Every attempt, failure, and retry is recorded. One command (/rollback) reverts a unit cleanly. Direct prompting leaves you stranded when something breaks in production.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617220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The plugin turns  'ask Claude to migrate this'  into a repeatable, auditable, team-scale engineering process.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From Legacy Codebase to Migration Backlog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Two plugin commands  —  /analyze  and  /plan  —  produce a sized, prioritised backlog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v0.10.0   ·   Balaji Harikrishnan   ·   Cognizant   ·   May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04  /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" y="1188720"/>
            <a:ext cx="3383280" cy="1097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Legacy Codebase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Untouched.
Read-only inspection.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1188720"/>
            <a:ext cx="3383280" cy="109728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Pre-filled  migration.md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Auto-detected stack +
team-edited targets.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22208" y="1188720"/>
            <a:ext cx="3383280" cy="1097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136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Migration Backlog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Sized, prioritised,
ready for sprint planning.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703320" y="1508760"/>
            <a:ext cx="731520" cy="45720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2039112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0C2CB"/>
                </a:solidFill>
                <a:latin typeface="Consolas"/>
              </a:rPr>
              <a:t>/analyze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18120" y="1508760"/>
            <a:ext cx="731520" cy="45720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2039112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0C2CB"/>
                </a:solidFill>
                <a:latin typeface="Consolas"/>
              </a:rPr>
              <a:t>/plan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606040"/>
            <a:ext cx="3694176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1  —  /analyze (automatic)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Reads every legacy file (never modifies them).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Detects framework, version, and build tooling.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Identifies entry points and key dependencies.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Pre-fills migration.md §2  (Source Stack)  for you.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Writes analysis.json — a structured inventory you can audit.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42816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2606040"/>
            <a:ext cx="3694176" cy="5029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34256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2  —  Edit migration.md (team)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5696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26864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Choose target UI framework  (React, Next, Vue, Angular, Svelte).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25696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6864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Choose target API framework  —  or 'none' for UI-only migrations.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25696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26864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Pick migration strategy  (strangler-fig, big-bang, module-by-module).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25696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26864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Declare current and target auth provider.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25696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26864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Set acceptance criteria  —  these drive /verify's pass/fail bar.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19872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19872" y="2606040"/>
            <a:ext cx="3694176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11312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3  —  /plan (automatic)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2752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Validates that migration.md is complete and consistent.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02752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03920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Generates plan.md  —  a full, reviewable migration plan.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02752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03920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Seeds the unit backlog  —  one item per page or feature.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02752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0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Re-runnable: edit migration.md and re-run /plan anytime.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02752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03920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History is preserved across re-plans  (by unit id).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All artifacts  (migration.md, analysis.json, plan.md, units/*.json)  live in git  —  auditable, versioned, never lost to a laptop.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From Backlog to Migrated 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Set up once with  /scaffold  and  /auth.  Then the team migrates in parallel with  /next  and  /migrate.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v0.10.0   ·   Balaji Harikrishnan   ·   Cognizant   ·   May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05  /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11460175" cy="384048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77295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SETUP   —   one developer runs   /scaffold   then   /auth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" y="1755648"/>
            <a:ext cx="3383280" cy="1005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Backlog Ready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From  /plan.
Units sized S / M / L / XL.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7408" y="1755648"/>
            <a:ext cx="3383280" cy="10058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Target Scaffold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Modern app skeleton.
Legacy assets copied 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22208" y="1755648"/>
            <a:ext cx="3383280" cy="1005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136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Auth Working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Login migrated first.
Every feature depends on it.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703320" y="2075688"/>
            <a:ext cx="731520" cy="36576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246888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0C2CB"/>
                </a:solidFill>
                <a:latin typeface="Consolas"/>
              </a:rPr>
              <a:t>/scaffold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18120" y="2075688"/>
            <a:ext cx="731520" cy="36576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246888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0C2CB"/>
                </a:solidFill>
                <a:latin typeface="Consolas"/>
              </a:rPr>
              <a:t>/auth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108960"/>
            <a:ext cx="11460175" cy="3840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127248"/>
            <a:ext cx="11277295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PARALLEL MIGRATION   —   each developer runs   /next   or   /migrate   then   /verify   on a different unit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HomePage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06624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06624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98064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98064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98064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PaymentProcessor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16352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16352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47488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47488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38928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38928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38928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OrderList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57216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57216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88352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88352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79792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79792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79792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Dashboard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79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79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29216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729216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20656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20656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20656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ProfileEditor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38944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38944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5925312"/>
            <a:ext cx="11460175" cy="2377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/verify enforces lint + type-check + tests before a unit is marked done.  Per-unit git files mean zero merge conflicts in parallel.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Setup is sequential and short.  Migration is parallel and scales with team size.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What the Plugin Adds to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Every developer already has Claude Code — here is what changes when you add web-modernize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v0.10.0   ·   Balaji Harikrishnan   ·   Cognizant   ·   May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06  /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062831" cy="5486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25296"/>
            <a:ext cx="187995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Category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8591" y="1188720"/>
            <a:ext cx="4698671" cy="54864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0031" y="1225296"/>
            <a:ext cx="451579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Without the plugin   (raw Claude Code)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27263" y="1188720"/>
            <a:ext cx="4698671" cy="5486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18703" y="1225296"/>
            <a:ext cx="451579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With   web-modernize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73736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178308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Setup ergonomics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28591" y="173736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5751" y="18105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Developer hand-edits a config file: which target framework? which strategy? which auth? Easy to miss a field, no validation until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7263" y="173736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4423" y="18105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/analyze walks the team through every required choice with stack-aware recommendations — pick from a list, the plugin writes the config.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28600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33172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Tool discovery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28591" y="228600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65751" y="23591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Developer memorises slash commands or hunts through docs — 'what was the command to retry a failed unit again?'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27263" y="228600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4423" y="23591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Type plain English — 'what's next', 'let's plan', 'stuck lock' — and the right skill auto-fires. No memorisation.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83464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88036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Defining the 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28591" y="283464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5751" y="29077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Each developer decides what to migrate next based on chat or a shared doc — no sized backlog.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27263" y="283464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64423" y="29077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/plan generates a sized, dependency-ordered backlog — every unit is estimable and assignable.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38328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42900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Project context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28591" y="338328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5751" y="345643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Re-explain the legacy stack, target stack, and conventions on every prompt and every new session.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27263" y="338328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64423" y="345643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Captured once in migration.md — every command reads it automatically, every developer stays aligned.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93192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397764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Team coordination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28591" y="393192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5751" y="400507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20+ developers prompting in parallel produce merge conflicts and silently duplicated work.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27263" y="393192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64423" y="400507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Per-unit git files mean Alice and Bob's work touch zero shared files — conflict-free by design.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48056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52628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Quality assurance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28591" y="448056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5751" y="45537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Verification is whatever the developer remembers to run — lint, types, tests can be skipped.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27263" y="448056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64423" y="45537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/verify enforces lint, type-check, and tests as a hard gate before a unit is marked done.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02920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5488" y="507492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Failure recovery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28591" y="502920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65751" y="51023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 failed migration leaves broken files behind — recovery is manual git surgery, no audit trail.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27263" y="502920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64423" y="51023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/rollback reverts a unit cleanly in one command; /retry preserves every diagnostic for review.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57784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562356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Leadership reporting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28591" y="557784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565751" y="56509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Progress lives in chat and spreadsheets — burndown is manual, ETA is a guess, risks are anecdotal.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127263" y="557784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64423" y="56509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/report generates burndown, velocity, and ETA from git state — always accurate, no upkeep.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Same Claude Code engine.  Structured workflow on top.  Every advantage above maps to a concrete plugin feature.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Natural Language  &amp;  Pluggable Framework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Two improvements in v0.10.0 that make the plugin easier to use and easier to extend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v0.10.0   ·   Balaji Harikrishnan   ·   Cognizant   ·   May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07  /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5632704" cy="38404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TALK TO IT NATURALLY   —   no slash commands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27632"/>
            <a:ext cx="5632704" cy="8686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673352"/>
            <a:ext cx="5358384" cy="7955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Every skill's description now packs intent phrases + a lifecycle anchor. Claude's native skill matcher routes plain-English requests to the right command — developers stop memorising 15 slash commands.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06040"/>
            <a:ext cx="2926080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2432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AFBFC"/>
                </a:solidFill>
                <a:latin typeface="Segoe UI Semibold"/>
              </a:rPr>
              <a:t>You 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2606040"/>
            <a:ext cx="2706624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262432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AFBFC"/>
                </a:solidFill>
                <a:latin typeface="Segoe UI Semibold"/>
              </a:rPr>
              <a:t>Skill that fires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2608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4436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“what's next”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92608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294436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/next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24612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26440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“let's plan it”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324612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326440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/plan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56616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58444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“where are we”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356616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83280" y="358444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/status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88620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904487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“migrate the login page”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91840" y="388620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80" y="3904487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/migrate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20624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224527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“stuck lock”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420624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83280" y="4224527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/unlock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52628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54456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“start over”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91840" y="452628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83280" y="454456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/abandon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0488" y="1188720"/>
            <a:ext cx="5632704" cy="3840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120700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PLUGGABLE FRAMEWORKS   —   drop a file, get a new stack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0488" y="1627632"/>
            <a:ext cx="5632704" cy="86868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1673352"/>
            <a:ext cx="5358384" cy="7955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31 frameworks/&lt;name&gt;.md files — one per supported stack — hold the recipes /scaffold, /auth, and legacy-analyzer all read on demand. Adding a new framework is a one-file drop-in.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90488" y="260604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90488" y="260604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0488" y="260604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3448" y="2651760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Legacy source stacks auto-detected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79408" y="260604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979408" y="260604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79408" y="260604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02368" y="2651760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Modern targets with full scaffold recipes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90488" y="347472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190488" y="347472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90488" y="347472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13448" y="3520439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File to add a brand-new framework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979408" y="347472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79408" y="347472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79408" y="347472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02368" y="3520439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Plugin code changes needed for the new framework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4434840"/>
            <a:ext cx="11457432" cy="3840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4453128"/>
            <a:ext cx="1124712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UNKNOWN-TECH PATH   —   when the framework isn't in the library yet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5760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Source unknown?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5488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/analyze shows the raw evidence (file extensions, library refs, build files) and asks you to name the stack. Migration continues with the user-supplied name.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88536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288536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79976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Target unknown?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8264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/scaffold asks 3 questions: scaffold command, test framework, verify commands. Answers persist in verify.config.json so retries don't re-ask.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11312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11312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302752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Auth unknown?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21040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/auth skips the prebuilt password-hashing template, defers to permanent-gotchas + OWASP guidance. Auth migration completes; the team supplies code.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6327648"/>
            <a:ext cx="11460175" cy="21945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57200" y="6336792"/>
            <a:ext cx="11277295" cy="2011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Friendlier to onboarding.  Quieter when the right answer is obvious.  Never stuck on an unsupported stack.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Built for Sprint and PI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The plugin speaks backlog, dependencies, sprints, and burndown natively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v0.10.0   ·   Balaji Harikrishnan   ·   Cognizant   ·   May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08  /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/plan  =  Sprint or PI planning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Auto-generates the full migration backlog. One estimable item per page or feature — ready for sizing, prioritisation, and assignment.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4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Each unit  =  one estimable backlog item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Sized S / M / L / XL by file count and complexity. Discrete and independently testable, with a clear definition of done (/verify must pass). XL units become epics — teams decompose them into sprint-sized work during PI planning.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Dependencies built 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/plan declares which units depend on which — a natural sequencing input for sprint commitment and PI iteration goals.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Standup-friendly coordination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Teams pick assignments at standup, just like any sprint. Behind the scenes the plugin stores each unit's progress in its own file — so two developers on different units never collide in git.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2816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42816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3984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/status  =  real-time team kanban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Read-only view showing pending, in-flight, blocked, and done units across the whole team. Refreshes on every git pull.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9872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9872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/report  =  burndown and ETA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Run /report whenever you need a burndown chart, velocity trend, or completion ETA — perfect for sprint reviews and PI demos. Numbers come from the team's actual git history, not a spreadsheet someone has to maintain.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617220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Designed for Scaled Agile  —  multiple feature teams in one ART can migrate different units in the same PI without colliding.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The 15 Skills  (Slash Commands)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Each skill is exposed as a slash command — or auto-fires from plain English (see slide 7)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v0.10.0   ·   Balaji Harikrishnan   ·   Cognizant   ·   May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09  /  11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11460174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2831"/>
                <a:gridCol w="9397343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Command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 (Plain English)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/init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Sets up the migration workspace inside the legacy repository.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Auto-detects the legacy technology stack and inventories every component.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/plan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Validates the config and generates the full migration backlog — one item per page or feature.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/scaffold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Creates the blank modern application skeleton and copies legacy images, fonts, and assets.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/auth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Migrates login and authentication first, because every feature depends on it.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/next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Picks the next available unit from the backlog and migrates it automatically.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/migrate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Migrates a specific unit by name — used when standup assigns work.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/verify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Runs lint, type-check, and unit tests on a migrated unit before it is declared done.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/retry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Re-attempts a failed unit, optionally with team-supplied corrective guidance.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/rollback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Reverts a single unit back to its original state in one git command.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/sync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Merges teammates' parallel progress into the local copy with deterministic rules.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/report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Generates a stakeholder report — burndown, ETA, risk — in Markdown, JSON, or HTML.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/status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Shows a real-time dashboard of every unit, owner, and blocker (read-only).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/unlock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Force-clears a stuck advisory lock left behind by a crashed session.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/abandon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Formally drops a unit or resets the workspace — requires two-step confirmation.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Agents · Hooks · Templates · Framework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Every other custom artifact built into the plugin — one English sentence each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v0.10.0   ·   Balaji Harikrishnan   ·   Cognizant   ·   May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10  / 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188720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A56DB"/>
                </a:solidFill>
                <a:latin typeface="Segoe UI Semibold"/>
              </a:rPr>
              <a:t>3 AI Agents   (specialised AIs that read your code, translate it, and steer around known pitfalls)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1508760"/>
          <a:ext cx="11460174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238"/>
                <a:gridCol w="8938936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Agent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legacy-analyzer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Read-only AI agent that inspects the legacy codebase and produces a structured stack inventory.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unit-migrator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Core migration engine that translates one page or feature from legacy code to the modern target stack.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permanent-gotchas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Curated read-only catalog of bugs the AI cannot reliably discover on its own — first-run crashes and silent failures.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2926080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A56DB"/>
                </a:solidFill>
                <a:latin typeface="Segoe UI Semibold"/>
              </a:rPr>
              <a:t>2 Automation Hooks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246120"/>
          <a:ext cx="11460174" cy="850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238"/>
                <a:gridCol w="8938936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Hook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hooks.json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Registers the heartbeat to fire automatically after every file save during migration work.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heartbeat.mjs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Stamps each developer's in-progress unit in real time so the team can detect stalled work.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343400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A56DB"/>
                </a:solidFill>
                <a:latin typeface="Segoe UI Semibold"/>
              </a:rPr>
              <a:t>9 Templates  +  31 Framework Files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663440"/>
          <a:ext cx="11460174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6459"/>
                <a:gridCol w="7563715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Artifact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migration.md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The team-editable configuration: target stack, strategy, auth, acceptance criteria.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migration-interview.json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Declarative question catalog driving /analyze's interactive setup interview (new in v0.10.0).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frameworks/&lt;name&gt;.md  ×31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One file per supported framework — detection signals, scaffold recipe, test framework, auth notes (new in v0.10.0).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state.schema.json  +  unit.schema.json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Schemas for the workflow ledger and per-unit state — one JSON file per unit, conflict-free in git.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plan.md  +  report.md  +  notes-template.md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Templates for the auto-generated plan, stakeholder reports, and per-unit design notes.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verify.config.json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Per-stack lint, type-check, and test commands used by /verify.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permanent-gotchas/fastapi/pyproject.toml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Reference asset that bypasses a known FastAPI install gotcha automatically.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948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AI translates · You approve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992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564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20+ developers · Zero conflicts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1608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180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Full visibility · Every sprint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10911535" cy="1828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0" i="0">
                <a:solidFill>
                  <a:srgbClr val="FAFBFC"/>
                </a:solidFill>
                <a:latin typeface="Segoe UI Semibold"/>
              </a:rPr>
              <a:t>web-modernize turns a multi-year legacy rewrite
into a measurable, sprint-by-sprint delivery
with safety nets at every step.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60520"/>
            <a:ext cx="10362895" cy="13716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51960"/>
            <a:ext cx="10362895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0" i="0">
                <a:solidFill>
                  <a:srgbClr val="FAFBFC"/>
                </a:solidFill>
                <a:latin typeface="Segoe UI Semibold"/>
              </a:rPr>
              <a:t>Next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709160"/>
            <a:ext cx="100584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 i="0">
                <a:solidFill>
                  <a:srgbClr val="FAFBFC"/>
                </a:solidFill>
                <a:latin typeface="Calibri"/>
              </a:rPr>
              <a:t>Pilot the plugin on one legacy application this sprint.
Run  /web-modernize:analyze  and see your full migration scope in minutes.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Calibri"/>
              </a:rPr>
              <a:t>Balaji Harikrishnan   ·   balaji.harikrishnan@cognizant.com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2648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web-modernize v0.10.0   ·   github.com/balaji-hari/web-mordernize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