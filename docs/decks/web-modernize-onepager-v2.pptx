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54864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" y="512064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Generic, framework-agnostic legacy → modern web migration  — 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54864"/>
            <a:ext cx="42062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FAFBFC"/>
                </a:solidFill>
                <a:latin typeface="Segoe UI Semibold"/>
              </a:rPr>
              <a:t>A Claude Code plugin · works
with any web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32688"/>
            <a:ext cx="11460175" cy="31089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4183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98448"/>
            <a:ext cx="11460175" cy="1207008"/>
          </a:xfrm>
          <a:prstGeom prst="rect">
            <a:avLst/>
          </a:prstGeom>
          <a:solidFill>
            <a:srgbClr val="FAFBFC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08176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08176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stacks (ASP.NET, Java JSP/Spring, AngularJS, PHP, ColdFusion) are costly and risky to rewrite.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64208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664208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Ad-hoc AI prompting doesn't scale — no consistency, no shared context, re-explained every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920240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20240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20+ devs prompting in parallel → merge conflicts, duplicated work, skipped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176272"/>
            <a:ext cx="201168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176272"/>
            <a:ext cx="10911535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Progress lives in chat and spreadsheets → no audit trail, no reliable 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78608"/>
            <a:ext cx="11460175" cy="31089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7751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07792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1F2937"/>
                </a:solidFill>
                <a:latin typeface="Calibri"/>
              </a:rPr>
              <a:t>A framework-agnostic Claude Code plugin that turns any legacy web rewrite into a repeatable, auditable, team-scale workflow — all state lives in git.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182112"/>
            <a:ext cx="8686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Legacy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182112"/>
            <a:ext cx="50749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ASP.NET · Java JSP · AngularJS · PHP · ColdFusion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182112"/>
            <a:ext cx="4114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82112"/>
            <a:ext cx="9601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Modern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82112"/>
            <a:ext cx="452628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React · Next.js · Vue · Angular · SvelteKit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11460175" cy="2011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…  + any other stack drops in via a short follow-up.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/init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728216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/analyze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456432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/plan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184648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50408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/scaffold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912864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621024"/>
            <a:ext cx="1325880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/auth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41080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06840" y="3493008"/>
            <a:ext cx="2819095" cy="749808"/>
          </a:xfrm>
          <a:prstGeom prst="rect">
            <a:avLst/>
          </a:prstGeom>
          <a:noFill/>
          <a:ln w="1587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/next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260939" y="3721608"/>
            <a:ext cx="310896" cy="292608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17555" y="3621024"/>
            <a:ext cx="1116939" cy="49377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onsolas"/>
              </a:rPr>
              <a:t>/verify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279392"/>
            <a:ext cx="7315200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Setup once, left → right.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79392"/>
            <a:ext cx="3642055" cy="23774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1">
                <a:solidFill>
                  <a:srgbClr val="0D1B2A"/>
                </a:solidFill>
                <a:latin typeface="Calibri"/>
              </a:rPr>
              <a:t>repeat per unit  ×  N  (parallel across the team)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98848"/>
            <a:ext cx="11460175" cy="310896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507992"/>
            <a:ext cx="1118585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THE BENEFITS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Consistency, with undo / redo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One workflow + a /verify gate (lint · types · tests · parity · security). Undo with /rollback; redo with /retry.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71951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71951" y="4864608"/>
            <a:ext cx="73152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6543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Durable git ledger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6543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Full audit trail — every attempt, retry, and rollback recorded in git.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8143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8143" y="4864608"/>
            <a:ext cx="73152" cy="11887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2735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Parallel, conflict-free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42735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20+ devs migrate at once — per-unit git files mean zero merge conflicts.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84335" y="4864608"/>
            <a:ext cx="2741599" cy="118872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335" y="4864608"/>
            <a:ext cx="73152" cy="11887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48927" y="4956048"/>
            <a:ext cx="2485567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Leadership visibility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48927" y="5340096"/>
            <a:ext cx="2485567" cy="62179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/status kanban + /report burndown &amp; ETA, straight from real git state.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6199632"/>
            <a:ext cx="11460175" cy="36576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217920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A structured, sprint-by-sprint migration workflow on top.        Balaji Harikrishnan · Cognizant · v0.13.0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