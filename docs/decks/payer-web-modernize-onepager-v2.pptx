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00" b="0" i="0">
                <a:solidFill>
                  <a:srgbClr val="FAFBFC"/>
                </a:solidFill>
                <a:latin typeface="Segoe UI Light"/>
              </a:rPr>
              <a:t>web-modernize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51206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Generic, framework-agnostic legacy → modern web migration  — 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54864"/>
            <a:ext cx="420624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FAFBFC"/>
                </a:solidFill>
                <a:latin typeface="Segoe UI Semibold"/>
              </a:rPr>
              <a:t>A Claude Code plugin · works
with any web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32688"/>
            <a:ext cx="11460175" cy="3108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41832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11460175" cy="1097280"/>
          </a:xfrm>
          <a:prstGeom prst="rect">
            <a:avLst/>
          </a:prstGeom>
          <a:solidFill>
            <a:srgbClr val="FAFBFC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08176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408176"/>
            <a:ext cx="10911535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Legacy stacks (ASP.NET, Java JSP/Spring, AngularJS, PHP, ColdFusion) are costly and risky to rewrite.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636776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636776"/>
            <a:ext cx="10911535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Ad-hoc AI prompting doesn't scale — no shared context, re-explained every session burns tokens and inflates modernization cost.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865376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865376"/>
            <a:ext cx="10911535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20+ devs prompting in parallel → merge conflicts, duplicated work, skipped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093976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093976"/>
            <a:ext cx="10911535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Progress lives in chat and spreadsheets → no audit trail, no reliable 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68880"/>
            <a:ext cx="11460175" cy="310896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478024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816352"/>
            <a:ext cx="1146017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Segoe UI Semibold"/>
              </a:rPr>
              <a:t>A framework-agnostic Claude Code plugin — 16 skills (slash commands) and 4 AI agents — that turns any legacy web rewrite into a repeatable, auditable, team-scale workflow. It auto-detects the legacy stack, generates a sized backlog, scaffolds the modern target, migrates feature by feature with the AI, and verifies every unit against the original — with all state versioned in git.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383280"/>
            <a:ext cx="8686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Legacy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383280"/>
            <a:ext cx="507492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ASP.NET · Java JSP · AngularJS · PHP · ColdFusion · etc.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383280"/>
            <a:ext cx="4114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83280"/>
            <a:ext cx="96012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Modern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383280"/>
            <a:ext cx="4526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React · Next.js · Vue · Angular · SvelteKit · etc.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602736"/>
            <a:ext cx="1146017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…  + any other stack drops in via a short follow-up.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1325880" cy="42062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840480"/>
            <a:ext cx="132588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/init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28216" y="3941064"/>
            <a:ext cx="310896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93976" y="3840480"/>
            <a:ext cx="1325880" cy="42062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93976" y="3840480"/>
            <a:ext cx="132588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/analyze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456432" y="3941064"/>
            <a:ext cx="310896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22192" y="3840480"/>
            <a:ext cx="1325880" cy="42062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2" y="3840480"/>
            <a:ext cx="132588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/plan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184648" y="3941064"/>
            <a:ext cx="310896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50408" y="3840480"/>
            <a:ext cx="1325880" cy="42062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0408" y="3840480"/>
            <a:ext cx="132588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/scaffold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912864" y="3941064"/>
            <a:ext cx="310896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78624" y="3840480"/>
            <a:ext cx="1325880" cy="42062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4" y="3840480"/>
            <a:ext cx="132588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/auth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641080" y="3941064"/>
            <a:ext cx="310896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6840" y="3712464"/>
            <a:ext cx="2819095" cy="676656"/>
          </a:xfrm>
          <a:prstGeom prst="rect">
            <a:avLst/>
          </a:prstGeom>
          <a:noFill/>
          <a:ln w="1587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3840480"/>
            <a:ext cx="1116939" cy="42062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3840480"/>
            <a:ext cx="1116939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/next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260939" y="3941064"/>
            <a:ext cx="310896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17555" y="3840480"/>
            <a:ext cx="1116939" cy="42062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17555" y="3840480"/>
            <a:ext cx="1116939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/verify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425696"/>
            <a:ext cx="73152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Setup once, left → right.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425696"/>
            <a:ext cx="364205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1">
                <a:solidFill>
                  <a:srgbClr val="0D1B2A"/>
                </a:solidFill>
                <a:latin typeface="Calibri"/>
              </a:rPr>
              <a:t>repeat per unit  ×  N  (parallel across the team)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626864"/>
            <a:ext cx="11460175" cy="31089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636007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BENEFITS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956048"/>
            <a:ext cx="2741599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956048"/>
            <a:ext cx="73152" cy="1078992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504748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Consistency, with undo / redo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5431536"/>
            <a:ext cx="2485567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One workflow + a /verify gate (lint, types, tests). Undo a unit with /rollback; redo with /retry.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71951" y="4956048"/>
            <a:ext cx="2741599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71951" y="4956048"/>
            <a:ext cx="73152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36543" y="504748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Versioned &amp; conflict-free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36543" y="5431536"/>
            <a:ext cx="2485567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Full audit trail — every attempt, retry &amp; rollback in git. Per-unit files let 20+ devs migrate in parallel with zero merge conflicts.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8143" y="4956048"/>
            <a:ext cx="2741599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8143" y="4956048"/>
            <a:ext cx="73152" cy="1078992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42735" y="504748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Parity safety net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42735" y="5431536"/>
            <a:ext cx="2485567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 read-only AI compares each migrated unit to the legacy original and blocks silent regressions before they ship.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84335" y="4956048"/>
            <a:ext cx="2741599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84335" y="4956048"/>
            <a:ext cx="73152" cy="1078992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48927" y="504748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Leadership visibility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48927" y="5431536"/>
            <a:ext cx="2485567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/status kanban + /report burndown &amp; ETA, straight from real git state.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6199632"/>
            <a:ext cx="11460175" cy="36576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217920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Same Claude Code engine.  A structured, sprint-by-sprint migration workflow on top.        Balaji Harikrishnan · Cognizant · v0.11.0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8686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FAFBFC"/>
                </a:solidFill>
                <a:latin typeface="Segoe UI Semibold"/>
              </a:rPr>
              <a:t>How web-modernize Works  —  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448056"/>
            <a:ext cx="8686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00C2CB"/>
                </a:solidFill>
                <a:latin typeface="Calibri"/>
              </a:rPr>
              <a:t>Every command, agent, and artifact across the migration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45720"/>
            <a:ext cx="2834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AFBFC"/>
                </a:solidFill>
                <a:latin typeface="Segoe UI Semibold"/>
              </a:rPr>
              <a:t>all state versioned
in git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41248"/>
            <a:ext cx="11460175" cy="274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45820"/>
            <a:ext cx="11185855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SETUP   ·   run once, in 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101839" cy="2743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93292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Consolas"/>
              </a:rP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99616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Workspace + state.json; .gitignore patched.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7599" y="1513331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05343" y="1188720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05343" y="1188720"/>
            <a:ext cx="2101839" cy="2743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1063" y="1193292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Consolas"/>
              </a:rPr>
              <a:t>/analyze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8495" y="1499616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legacy-analyzer + interactive interview → analysis.json; pre-fills migration.md.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07183" y="1513331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4927" y="1188720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4927" y="1188720"/>
            <a:ext cx="2101839" cy="2743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0647" y="1193292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Consolas"/>
              </a:rPr>
              <a:t>/plan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8079" y="1499616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Validates config → plan.md + sized unit backlog (units/*.json) with dependencies.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46767" y="1513331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4511" y="1188720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4511" y="1188720"/>
            <a:ext cx="2101839" cy="2743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0231" y="1193292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Consolas"/>
              </a:rPr>
              <a:t>/scaffold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7663" y="1499616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Modern skeleton + test harness + smoke-build gate; copies legacy assets.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86351" y="1513331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4095" y="1188720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24095" y="1188720"/>
            <a:ext cx="2101839" cy="2743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9815" y="1193292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Consolas"/>
              </a:rPr>
              <a:t>/auth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7247" y="1499616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Migrates login first (__auth__ unit); seeds dev users, prod-safe.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267712"/>
            <a:ext cx="11460175" cy="2743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272284"/>
            <a:ext cx="11185855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ITERATE   ·   per unit   ·   parallel across the team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615184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615184"/>
            <a:ext cx="2101839" cy="2743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619756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Consolas"/>
              </a:rPr>
              <a:t>/next  ·  /migrate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2926079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Auto-pick or name a unit; resolves in-flight collisions via heartbeat.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467599" y="2939796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05343" y="2615184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05343" y="2615184"/>
            <a:ext cx="2101839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51063" y="2619756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Segoe UI Semibold"/>
              </a:rPr>
              <a:t>unit-migrator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51063" y="2871215"/>
            <a:ext cx="2010399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  <a:latin typeface="Calibri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78495" y="3035808"/>
            <a:ext cx="1955535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Translates source → target: UI + design fidelity, tests, per-unit smoke test.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807183" y="2939796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44927" y="2615184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44927" y="2615184"/>
            <a:ext cx="2101839" cy="2743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90647" y="2619756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Consolas"/>
              </a:rPr>
              <a:t>/verify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18079" y="2926079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Hard gate: lint · type-check · tests must pass.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46767" y="2939796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4511" y="2615184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84511" y="2615184"/>
            <a:ext cx="2101839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30231" y="2619756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Segoe UI Semibold"/>
              </a:rPr>
              <a:t>parity-reviewer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30231" y="2871215"/>
            <a:ext cx="2010399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  <a:latin typeface="Calibri"/>
              </a:rPr>
              <a:t>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7663" y="3035808"/>
            <a:ext cx="1955535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Migrated vs legacy behaviour; high-severity findings block until acknowledged.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9486351" y="2939796"/>
            <a:ext cx="237744" cy="219456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24095" y="2615184"/>
            <a:ext cx="2101839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24095" y="2615184"/>
            <a:ext cx="2101839" cy="274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69815" y="2619756"/>
            <a:ext cx="2010399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AFBFC"/>
                </a:solidFill>
                <a:latin typeface="Segoe UI Semibold"/>
              </a:rPr>
              <a:t>verified 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97247" y="2926079"/>
            <a:ext cx="1955535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Unit done; state advances. Last unit → complete.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11880"/>
            <a:ext cx="11460175" cy="365760"/>
          </a:xfrm>
          <a:prstGeom prst="rect">
            <a:avLst/>
          </a:prstGeom>
          <a:solidFill>
            <a:srgbClr val="FAFBFC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60" y="3611880"/>
            <a:ext cx="73152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621024"/>
            <a:ext cx="11185855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Failure path:   ↩  /retry  re-attempts with optional guidance (keeps diagnostics)   ·   /rollback  reverts the unit to pending   →   back into the loop.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114800"/>
            <a:ext cx="11460175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119372"/>
            <a:ext cx="11185855" cy="2651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ALWAYS ON   ·   state, coordination &amp; reporting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462272"/>
            <a:ext cx="2741599" cy="9601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4462272"/>
            <a:ext cx="73152" cy="9601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352" y="4535424"/>
            <a:ext cx="24855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Segoe UI Semibold"/>
              </a:rPr>
              <a:t>State in git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4828032"/>
            <a:ext cx="2485567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state.json (workflow ledger) + units/&lt;id&gt;.json (one file per unit) — diffable, conflict-free.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71951" y="4462272"/>
            <a:ext cx="2741599" cy="9601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71951" y="4462272"/>
            <a:ext cx="73152" cy="9601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36543" y="4535424"/>
            <a:ext cx="24855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Segoe UI Semibold"/>
              </a:rPr>
              <a:t>Heartbeat hook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36543" y="4828032"/>
            <a:ext cx="2485567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Stamps in-flight units after every save, so the team sees who's on what; stale &gt; 15 min.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8143" y="4462272"/>
            <a:ext cx="2741599" cy="9601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78143" y="4462272"/>
            <a:ext cx="73152" cy="9601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42735" y="4535424"/>
            <a:ext cx="24855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onsolas"/>
              </a:rPr>
              <a:t>/sync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42735" y="4828032"/>
            <a:ext cx="2485567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Deterministic merge of parallel work: highest status, freshest heartbeat, union of units.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84335" y="4462272"/>
            <a:ext cx="2741599" cy="9601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84335" y="4462272"/>
            <a:ext cx="73152" cy="9601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48927" y="4535424"/>
            <a:ext cx="24855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onsolas"/>
              </a:rPr>
              <a:t>/status  ·  /report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48927" y="4828032"/>
            <a:ext cx="2485567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Real-time kanban; burndown, velocity, ETA &amp; risk — all from real git history.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559552"/>
            <a:ext cx="11460175" cy="310896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5568696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Agents:   legacy-analyzer (detect)   ·   unit-migrator (translate)   ·   parity-reviewer (compare behaviour)   ·   permanent-gotchas (known-pitfall catalog)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6199632"/>
            <a:ext cx="11460175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6217920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16 skills  ·  4 agents  ·  31 frameworks  ·  schema-validated state in git        Balaji Harikrishnan · Cognizant · web-modernize v0.11.0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