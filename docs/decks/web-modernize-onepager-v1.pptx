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54864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00" b="0" i="0">
                <a:solidFill>
                  <a:srgbClr val="FAFBFC"/>
                </a:solidFill>
                <a:latin typeface="Segoe UI Light"/>
              </a:rPr>
              <a:t>web-modernize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" y="51206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AI-Guided Legacy Web Application Migration  — 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54864"/>
            <a:ext cx="4206240" cy="7498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FAFBFC"/>
                </a:solidFill>
                <a:latin typeface="Segoe UI Semibold"/>
              </a:rPr>
              <a:t>A Claude Code plugin for
enterprise modernization teams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32688"/>
            <a:ext cx="11460175" cy="3108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41832"/>
            <a:ext cx="1118585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98448"/>
            <a:ext cx="11460175" cy="1207008"/>
          </a:xfrm>
          <a:prstGeom prst="rect">
            <a:avLst/>
          </a:prstGeom>
          <a:solidFill>
            <a:srgbClr val="FAFBFC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408176"/>
            <a:ext cx="20116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408176"/>
            <a:ext cx="10911535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Legacy stacks (ASP.NET, Java JSP/Spring, AngularJS, PHP, ColdFusion) are costly and risky to rewrite.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664208"/>
            <a:ext cx="20116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664208"/>
            <a:ext cx="10911535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Ad-hoc AI prompting doesn't scale — no consistency, no shared context, re-explained every session.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920240"/>
            <a:ext cx="20116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1920240"/>
            <a:ext cx="10911535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20+ devs prompting in parallel → merge conflicts, duplicated work, skipped verification.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176272"/>
            <a:ext cx="20116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176272"/>
            <a:ext cx="10911535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Progress lives in chat and spreadsheets → no audit trail, no reliable ETA.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15184"/>
            <a:ext cx="11460175" cy="310896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24327"/>
            <a:ext cx="1118585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THE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962656"/>
            <a:ext cx="1146017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  <a:latin typeface="Calibri"/>
              </a:rPr>
              <a:t>A Claude Code plugin that turns a legacy rewrite into a repeatable, auditable, team-scale workflow — all state lives in git.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46704"/>
            <a:ext cx="1325880" cy="56692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346704"/>
            <a:ext cx="132588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/init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728216" y="3447288"/>
            <a:ext cx="310896" cy="36576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93976" y="3346704"/>
            <a:ext cx="1325880" cy="56692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3346704"/>
            <a:ext cx="132588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/analyze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456432" y="3447288"/>
            <a:ext cx="310896" cy="36576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22192" y="3346704"/>
            <a:ext cx="1325880" cy="56692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22192" y="3346704"/>
            <a:ext cx="132588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/plan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184648" y="3447288"/>
            <a:ext cx="310896" cy="36576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50408" y="3346704"/>
            <a:ext cx="1325880" cy="56692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0408" y="3346704"/>
            <a:ext cx="132588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/scaffold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912864" y="3447288"/>
            <a:ext cx="310896" cy="36576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78624" y="3346704"/>
            <a:ext cx="1325880" cy="56692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8624" y="3346704"/>
            <a:ext cx="132588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/auth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641080" y="3447288"/>
            <a:ext cx="310896" cy="36576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840" y="3218688"/>
            <a:ext cx="2819095" cy="822960"/>
          </a:xfrm>
          <a:prstGeom prst="rect">
            <a:avLst/>
          </a:prstGeom>
          <a:noFill/>
          <a:ln w="1587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98280" y="3346704"/>
            <a:ext cx="1116939" cy="56692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3346704"/>
            <a:ext cx="1116939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/next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260939" y="3447288"/>
            <a:ext cx="310896" cy="36576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17555" y="3346704"/>
            <a:ext cx="1116939" cy="56692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17555" y="3346704"/>
            <a:ext cx="1116939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078224"/>
            <a:ext cx="73152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Setup once, left → right.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4078224"/>
            <a:ext cx="3642055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1">
                <a:solidFill>
                  <a:srgbClr val="0D1B2A"/>
                </a:solidFill>
                <a:latin typeface="Calibri"/>
              </a:rPr>
              <a:t>repeat per unit  ×  N  (parallel across the team)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498848"/>
            <a:ext cx="11460175" cy="31089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507992"/>
            <a:ext cx="1118585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THE BENEFITS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864608"/>
            <a:ext cx="2741599" cy="118872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4864608"/>
            <a:ext cx="73152" cy="11887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4956048"/>
            <a:ext cx="248556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Consistency + a 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5340096"/>
            <a:ext cx="2485567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One workflow; /verify enforces lint, types, tests &amp; behavioural parity before done.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71951" y="4864608"/>
            <a:ext cx="2741599" cy="1188720"/>
          </a:xfrm>
          <a:prstGeom prst="rect">
            <a:avLst/>
          </a:prstGeom>
          <a:solidFill>
            <a:srgbClr val="FAFB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71951" y="4864608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36543" y="4956048"/>
            <a:ext cx="248556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Durable git ledger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36543" y="5340096"/>
            <a:ext cx="2485567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Full audit trail of who-did-what, plus one-command /rollback of any unit.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8143" y="4864608"/>
            <a:ext cx="2741599" cy="118872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78143" y="4864608"/>
            <a:ext cx="73152" cy="11887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42735" y="4956048"/>
            <a:ext cx="248556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Parallel, conflict-free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2735" y="5340096"/>
            <a:ext cx="2485567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20+ devs migrate at once — per-unit git files mean zero merge conflicts.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84335" y="4864608"/>
            <a:ext cx="2741599" cy="118872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84335" y="4864608"/>
            <a:ext cx="73152" cy="11887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48927" y="4956048"/>
            <a:ext cx="248556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Leadership visibility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48927" y="5340096"/>
            <a:ext cx="2485567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/status kanban + /report burndown &amp; ETA, straight from real git state.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6199632"/>
            <a:ext cx="11460175" cy="36576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217920"/>
            <a:ext cx="11277295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Same Claude Code engine.  A structured, sprint-by-sprint migration workflow on top.        Balaji Harikrishnan · Cognizant · v0.11.0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