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7200" b="0" i="0">
                <a:solidFill>
                  <a:srgbClr val="FAFBFC"/>
                </a:solidFill>
                <a:latin typeface="Segoe UI Light"/>
              </a:rPr>
              <a:t>web-modernize</a:t>
            </a:r>
          </a:p>
        </p:txBody>
      </p:sp>
      <p:sp>
        <p:nvSpPr>
          <p:cNvPr id="7" name="Rectangle 6"/>
          <p:cNvSpPr/>
          <p:nvPr/>
        </p:nvSpPr>
        <p:spPr>
          <a:xfrm>
            <a:off x="4041648" y="3246120"/>
            <a:ext cx="4114800" cy="36576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429000"/>
            <a:ext cx="11277295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0" i="0">
                <a:solidFill>
                  <a:srgbClr val="FAFBFC"/>
                </a:solidFill>
                <a:latin typeface="Segoe UI Semibold"/>
              </a:rPr>
              <a:t>AI-Guided Legacy Web Application Migration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77639"/>
            <a:ext cx="11277295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1">
                <a:solidFill>
                  <a:srgbClr val="00C2CB"/>
                </a:solidFill>
                <a:latin typeface="Calibri"/>
              </a:rPr>
              <a:t>A Claude Code Plugin for Enterprise Teams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893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Segoe UI Semibold"/>
              </a:rPr>
              <a:t>Balaji Harikrishnan   ·   Cognizant   ·   July 2026   ·   v0.16.0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What is  web-modernize?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A Claude Code plugin that gives software teams a structured workflow for modernizing legacy web applications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v0.16.0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02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097280"/>
            <a:ext cx="11460175" cy="36576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OVERVIEW   —   what the plugin does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554480"/>
            <a:ext cx="11460175" cy="1097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0020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web-modernize is a Claude Code plugin that developers install from the marketplace onto their own machine. It is used to modernize old web applications: the plugin reads a legacy application built in older technology (like ASP.NET, Java JSP, or AngularJS), then helps the team rewrite it  —  one page or feature at a time  —  into a modern framework (like React, Next.js, or Angular). Developers stay in control of every decision. The plugin handles the time-consuming translation work.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567" y="2743200"/>
            <a:ext cx="3657600" cy="4572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8007" y="2761488"/>
            <a:ext cx="3474720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Migrates feature by feature, not all at once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047" y="2743200"/>
            <a:ext cx="3657600" cy="4572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8487" y="2761488"/>
            <a:ext cx="3474720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Visible to leadership at every step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7527" y="2743200"/>
            <a:ext cx="3657600" cy="4572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98967" y="2761488"/>
            <a:ext cx="3474720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Team-scale workflow, not individual prompting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337560"/>
            <a:ext cx="11460175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355848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TECHNICAL OVERVIEW   —   components and architecture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794760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794760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813048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Plugin Host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142232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Runs inside Claude Code (Anthropic's official AI coding tool). Installs via the standard  /plugin install  command  —  no separate infrastructure, no servers.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1344" y="3794760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344" y="3794760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3813048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What It Adds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142232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18 skills exposed as slash commands  ·  6 AI agents (analyzer, migrator, cross-cutting-migrator, parity-reviewer, migration-critic, gotchas catalog)  ·  2 automation hooks  ·  two workflows/ orchestration scripts  ·  9 schema-validated templates copied into the team's repo.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965192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965192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983480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State and Concurrency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312664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All migration state lives in git as JSON. Per-unit file split (schema v3) lets 20+ developers migrate different units in parallel  —  zero merge conflicts by design.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81344" y="4965192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81344" y="4965192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18504" y="4983480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Stacks Supported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5312664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17 source stacks (ASP.NET WebForms/MVC/Core, Java JSP/Struts/Spring, AngularJS, Vue 2, jQuery, PHP, ColdFusion, Rails, Django, WordPress, ExtJS, classic ASP)  →  14 modern targets (React/Next/Vue 3/Angular/SvelteKit/Astro/Nuxt/Remix + .NET / Spring Boot / Nest / FastAPI / Express / Hono). Any other stack drops into a 3-question follow-up; migration continues.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Installed in minutes from the marketplace.  The team has a working, end-to-end migration workflow the same 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Natural Language  &amp;  Pluggable Framework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Two improvements in v0.10.0 that make the plugin easier to use and easier to extend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v0.16.0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03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5632704" cy="38404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TALK TO IT NATURALLY   —   no slash commands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27632"/>
            <a:ext cx="5632704" cy="8686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673352"/>
            <a:ext cx="5358384" cy="7955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Every skill's description now packs intent phrases + a lifecycle anchor. Claude's native skill matcher routes plain-English requests to the right command — developers stop memorising 18 slash commands.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06040"/>
            <a:ext cx="2926080" cy="3200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2432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AFBFC"/>
                </a:solidFill>
                <a:latin typeface="Segoe UI Semibold"/>
              </a:rPr>
              <a:t>You 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2606040"/>
            <a:ext cx="2706624" cy="3200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262432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AFBFC"/>
                </a:solidFill>
                <a:latin typeface="Segoe UI Semibold"/>
              </a:rPr>
              <a:t>Skill that fires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26080"/>
            <a:ext cx="2926080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4436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“what's next”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2926080"/>
            <a:ext cx="2706624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0" y="294436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/next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246120"/>
            <a:ext cx="2926080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26440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“let's plan it”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0" y="3246120"/>
            <a:ext cx="2706624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0" y="326440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/plan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566160"/>
            <a:ext cx="2926080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58444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“where are we”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0" y="3566160"/>
            <a:ext cx="2706624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83280" y="358444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/status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886200"/>
            <a:ext cx="2926080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904487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“migrate the login page”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91840" y="3886200"/>
            <a:ext cx="2706624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83280" y="3904487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/migrate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206240"/>
            <a:ext cx="2926080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224527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“stuck lock”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91840" y="4206240"/>
            <a:ext cx="2706624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83280" y="4224527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/unlock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526280"/>
            <a:ext cx="2926080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54456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“start over”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91840" y="4526280"/>
            <a:ext cx="2706624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83280" y="454456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/abandon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0488" y="1188720"/>
            <a:ext cx="5632704" cy="38404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120700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PLUGGABLE FRAMEWORKS   —   drop a file, get a new stack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0488" y="1627632"/>
            <a:ext cx="5632704" cy="86868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1673352"/>
            <a:ext cx="5358384" cy="7955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31 frameworks/&lt;name&gt;.md files — one per supported stack — hold the recipes /scaffold, /foundation, and legacy-analyzer all read on demand. Adding a new framework is a one-file drop-in.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90488" y="260604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90488" y="260604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0488" y="260604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13448" y="2651760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Legacy source stacks auto-detected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79408" y="260604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979408" y="260604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79408" y="260604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02368" y="2651760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Modern targets with full scaffold recipes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90488" y="347472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190488" y="347472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90488" y="347472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13448" y="3520439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File to add a brand-new framework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979408" y="347472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979408" y="347472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79408" y="347472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02368" y="3520439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Plugin code changes needed for the new framework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4434840"/>
            <a:ext cx="11457432" cy="38404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4453128"/>
            <a:ext cx="1124712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UNKNOWN-TECH PATH   —   when the framework isn't in the library yet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4901184"/>
            <a:ext cx="3611880" cy="1280160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5760" y="4901184"/>
            <a:ext cx="3611880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7200" y="491947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Source unknown?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5488" y="5266944"/>
            <a:ext cx="3392424" cy="84124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/analyze shows the raw evidence (file extensions, library refs, build files) and asks you to name the stack. Migration continues with the user-supplied name.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288536" y="4901184"/>
            <a:ext cx="3611880" cy="1280160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288536" y="4901184"/>
            <a:ext cx="3611880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379976" y="491947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Target unknown?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98264" y="5266944"/>
            <a:ext cx="3392424" cy="84124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/scaffold asks 3 questions: scaffold command, test framework, verify commands. Answers persist in verify.config.json so retries don't re-ask.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11312" y="4901184"/>
            <a:ext cx="3611880" cy="1280160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11312" y="4901184"/>
            <a:ext cx="3611880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302752" y="491947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Auth unknown?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21040" y="5266944"/>
            <a:ext cx="3392424" cy="84124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/foundation skips the prebuilt password-hashing template, defers to permanent-gotchas + OWASP guidance. Auth migration completes; the team supplies code.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6327648"/>
            <a:ext cx="11460175" cy="21945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57200" y="6336792"/>
            <a:ext cx="11277295" cy="2011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Friendlier to onboarding.  Quieter when the right answer is obvious.  Never stuck on an unsupported stack.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What the Plugin Adds to 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Every developer already has Claude Code — here is what changes when you add web-modernize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v0.16.0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04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2062831" cy="5486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25296"/>
            <a:ext cx="1879951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Category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28591" y="1188720"/>
            <a:ext cx="4698671" cy="54864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0031" y="1225296"/>
            <a:ext cx="4515791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Without the plugin   (raw Claude Code)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27263" y="1188720"/>
            <a:ext cx="4698671" cy="5486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18703" y="1225296"/>
            <a:ext cx="4515791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With   web-modernize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73736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178308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Setup ergonomics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28591" y="173736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5751" y="18105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Developer hand-edits a config file: which target framework? which strategy? which auth? Easy to miss a field, no validation until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27263" y="173736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4423" y="18105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/analyze walks the team through every required choice with stack-aware recommendations — pick from a list, the plugin writes the config.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28600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33172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Tool discovery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28591" y="228600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65751" y="23591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Developer memorises slash commands or hunts through docs — 'what was the command to retry a failed unit again?'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27263" y="228600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4423" y="23591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Type plain English — 'what's next', 'let's plan', 'stuck lock' — and the right skill auto-fires. No memorisation.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83464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88036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Defining the 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28591" y="283464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5751" y="29077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Each developer decides what to migrate next based on chat or a shared doc — no sized backlog.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27263" y="283464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64423" y="29077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/plan generates a sized, dependency-ordered backlog — every unit is estimable and assignable.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38328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42900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Project context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28591" y="338328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5751" y="345643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Re-explain the legacy stack, target stack, and conventions on every prompt and every new session.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27263" y="338328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64423" y="345643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Captured once in migration.md — every command reads it automatically, every developer stays aligned.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93192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397764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Team coordination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28591" y="393192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5751" y="400507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20+ developers prompting in parallel produce merge conflicts and silently duplicated work.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27263" y="393192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64423" y="400507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Per-unit git files mean Alice and Bob's work touch zero shared files — conflict-free by design.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48056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452628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Quality assurance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28591" y="448056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5751" y="45537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Verification is whatever the developer remembers to run — lint, types, tests can be skipped.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127263" y="448056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64423" y="45537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/verify enforces lint, type-check, tests, and a behavioural-parity check as a hard gate before a unit is marked done.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502920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5488" y="507492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Failure recovery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28591" y="502920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65751" y="51023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 failed migration leaves broken files behind — recovery is manual git surgery, no audit trail.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27263" y="502920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64423" y="51023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/rollback reverts a unit cleanly in one command; /retry preserves every diagnostic for review.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557784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" y="562356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Leadership reporting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28591" y="557784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565751" y="56509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Progress lives in chat and spreadsheets — burndown is manual, ETA is a guess, risks are anecdotal.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127263" y="557784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264423" y="56509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/report generates burndown, velocity, and ETA from git state — always accurate, no upkeep.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Same Claude Code engine.  Structured workflow on top.  Every advantage above maps to a concrete plugin feature.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Why We Need This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Ad-hoc AI prompting and one-off tooling don't scale to enterprise modernization — six things the plugin adds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v0.16.0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05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Enforced consistency across the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One workflow, one set of conventions, one quality bar. Every developer produces the same shape of output instead of inventing their own prompt style.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2816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2816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3984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Durable progress ledger in git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Who did what, what is done, what is left — all tracked. Direct prompting forgets everything when the session ends; the plugin remembers across days and developers.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2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2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Project context captured once, used everywhere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Legacy stack, target stack, conventions, and constraints live in migration.md. No re-explaining the project on every prompt to every developer.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Verification gate that cannot be skipped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Every unit must pass lint, type-check, and tests before it counts as done. Quality is enforced by the workflow, not remembered by the developer.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42816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42816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43984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Team-aware coordination at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4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Backlog, real-time kanban, per-unit git layout, deterministic merge rules. 20+ developers can migrate in parallel without colliding or duplicating work.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9872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9872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Built-in rollback and audit trail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Every attempt, failure, and retry is recorded. One command (/rollback) reverts a unit cleanly. Direct prompting leaves you stranded when something breaks in production.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6172200"/>
            <a:ext cx="11460175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199632"/>
            <a:ext cx="11277295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The plugin turns  'ask Claude to migrate this'  into a repeatable, auditable, team-scale engineering process.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Risk, Safety, and Reversibility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What if the AI gets it wrong?  —  every change is reviewable, reversible, and auditable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v0.16.0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06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694176" cy="443484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91440" cy="44348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371600"/>
            <a:ext cx="332841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A56DB"/>
                </a:solidFill>
                <a:latin typeface="Calibri"/>
              </a:rPr>
              <a:t>Approved going in, reversible coming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65960"/>
            <a:ext cx="3328416" cy="3474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Nothing risky is written blind: by default /next presents each unit's plan — target files, approach, tests — and waits for your approval before writing a line (opt out per migration via review_mode, or per unit via --no-plan); /foundation always gates the auth + cross-cutting design. And nothing is one-way: every action is recorded in git, one command  (/rollback --unit &lt;id&gt;)  reverts a unit cleanly (refusing shared files unless forced), and destructive commands  (/abandon --hard)  need a two-step confirm. Per-unit notes capture the why alongside the what.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2816" y="1188720"/>
            <a:ext cx="3694176" cy="44348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2816" y="1188720"/>
            <a:ext cx="91440" cy="44348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1371600"/>
            <a:ext cx="332841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0C2CB"/>
                </a:solidFill>
                <a:latin typeface="Calibri"/>
              </a:rPr>
              <a:t>Nothing ships unverified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1965960"/>
            <a:ext cx="3328416" cy="3474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/verify is a hard gate — lint, type-check, and tests must pass before a unit transitions from migrated to verified. A read-only parity-reviewer then compares migrated vs legacy — validation, output shape, errors, UI states, and security (dropped authorization, injection, secret leakage); high-severity differences block until acknowledged via /parity-check. An advisory migration-critic flags non-idiomatic code and static-performance regressions (N+1 queries, unbounded fetches, bundle bloat), and an opt-in dynamic tier (API replay + Playwright E2E) adds runtime checks. Discovered credentials are masked in every shared artifact. /retry --with-prompt re-attempts with human guidance.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2" y="1188720"/>
            <a:ext cx="3694176" cy="4434840"/>
          </a:xfrm>
          <a:prstGeom prst="rect">
            <a:avLst/>
          </a:prstGeom>
          <a:solidFill>
            <a:srgbClr val="FAFBFC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2" y="1188720"/>
            <a:ext cx="91440" cy="4434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2" y="1371600"/>
            <a:ext cx="332841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  <a:latin typeface="Calibri"/>
              </a:rPr>
              <a:t>Nothing is hidden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8472" y="1965960"/>
            <a:ext cx="3328416" cy="3474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All state lives in git as JSON — auditable, diffable, code-reviewable. /status shows real-time who's working on what; stale sessions surface automatically. Per-unit file split means each developer's work appears as its own commit; nothing hides in a merge.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852160"/>
            <a:ext cx="11460175" cy="6858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870448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FAFBFC"/>
                </a:solidFill>
                <a:latin typeface="Segoe UI Semibold"/>
              </a:rPr>
              <a:t>Every AI-generated change is reviewable, reversible, and auditable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199632"/>
            <a:ext cx="11277295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1">
                <a:solidFill>
                  <a:srgbClr val="00C2CB"/>
                </a:solidFill>
                <a:latin typeface="Calibri"/>
              </a:rPr>
              <a:t>Not a one-way bet on the model getting it right the first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Built for Sprint and PI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The plugin speaks backlog, dependencies, sprints, and burndown natively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v0.16.0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07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/plan  =  Sprint or PI planning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Auto-generates the full migration backlog. One estimable item per page or feature — ready for sizing, prioritisation, and assignment.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2816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2816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3984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Each unit  =  one estimable backlog item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Sized S / M / L / XL by file count and complexity. Discrete and independently testable, with a clear definition of done (/verify must pass). XL units become epics — teams decompose them into sprint-sized work during PI planning.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2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2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Dependencies built 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/plan declares which units depend on which — a natural sequencing input for sprint commitment and PI iteration goals.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Standup-friendly coordination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Teams pick assignments at standup, just like any sprint. Behind the scenes the plugin stores each unit's progress in its own file — so two developers on different units never collide in git.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42816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42816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43984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/status  =  real-time team kanban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4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Read-only view showing pending, in-flight, blocked, and done units across the whole team. Refreshes on every git pull.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9872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9872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/report  =  burndown and ETA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Run /report whenever you need a burndown chart, velocity trend, or completion ETA — perfect for sprint reviews and PI demos. Numbers come from the team's actual git history, not a spreadsheet someone has to maintain.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6172200"/>
            <a:ext cx="11460175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199632"/>
            <a:ext cx="11277295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Designed for Scaled Agile  —  multiple feature teams in one ART can migrate different units in the same PI without colliding.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From Legacy Codebase to Migration Backlog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Two plugin commands  —  /analyze  and  /plan  —  produce a sized, prioritised backlog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v0.16.0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08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" y="1188720"/>
            <a:ext cx="3383280" cy="1097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3258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Legacy Codebase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69164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FAFBFC"/>
                </a:solidFill>
                <a:latin typeface="Calibri"/>
              </a:rPr>
              <a:t>Untouched.
Read-only inspection.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1188720"/>
            <a:ext cx="3383280" cy="109728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8" y="13258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Pre-filled  migration.md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169164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FAFBFC"/>
                </a:solidFill>
                <a:latin typeface="Calibri"/>
              </a:rPr>
              <a:t>Auto-detected stack +
team-edited targets.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22208" y="1188720"/>
            <a:ext cx="3383280" cy="1097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13648" y="13258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Migration Backlog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169164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FAFBFC"/>
                </a:solidFill>
                <a:latin typeface="Calibri"/>
              </a:rPr>
              <a:t>Sized, prioritised,
ready for sprint planning.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703320" y="1508760"/>
            <a:ext cx="731520" cy="45720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0" y="2039112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0C2CB"/>
                </a:solidFill>
                <a:latin typeface="Consolas"/>
              </a:rPr>
              <a:t>/analyze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818120" y="1508760"/>
            <a:ext cx="731520" cy="45720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2039112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0C2CB"/>
                </a:solidFill>
                <a:latin typeface="Consolas"/>
              </a:rPr>
              <a:t>/plan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06040"/>
            <a:ext cx="3694176" cy="352044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606040"/>
            <a:ext cx="3694176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51760"/>
            <a:ext cx="3511296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Step 1  —  /analyze (automatic)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246120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3246120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Reads every legacy file (never modifies them).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79475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379475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Detects framework, version, and build tooling.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34339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34339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Identifies entry points  —  exhaustive loop-until-dry discovery on large apps.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89203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489203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Pre-fills migration.md §2  (Source Stack)  for you.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44067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8" y="544067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Writes analysis.json — a structured inventory you can audit.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42816" y="2606040"/>
            <a:ext cx="3694176" cy="35204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2606040"/>
            <a:ext cx="3694176" cy="5029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34256" y="2651760"/>
            <a:ext cx="3511296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Step 2  —  Edit migration.md (team)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25696" y="3246120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26864" y="3246120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Choose target UI framework  (React, Next, Vue, Angular, Svelte).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25696" y="379475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26864" y="379475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Choose target API framework  —  or 'none' for UI-only migrations.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25696" y="434339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26864" y="434339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Pick migration strategy  (strangler-fig, big-bang, module-by-module).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25696" y="489203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26864" y="489203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Declare current and target auth provider.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25696" y="544067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26864" y="544067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Set acceptance criteria  —  these drive /verify's pass/fail bar.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19872" y="2606040"/>
            <a:ext cx="3694176" cy="3520440"/>
          </a:xfrm>
          <a:prstGeom prst="rect">
            <a:avLst/>
          </a:prstGeom>
          <a:solidFill>
            <a:srgbClr val="FAFBFC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119872" y="2606040"/>
            <a:ext cx="3694176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11312" y="2651760"/>
            <a:ext cx="3511296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Step 3  —  /plan (automatic)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02752" y="3246120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3246120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Validates that migration.md is complete and consistent.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02752" y="379475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03920" y="379475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Generates plan.md  —  a reviewable plan with a dependency graph.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02752" y="434339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03920" y="434339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Seeds the unit backlog  —  one item per page or feature.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02752" y="489203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0" y="489203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Re-runnable: edit migration.md and re-run /plan anytime.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02752" y="544067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03920" y="544067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History is preserved across re-plans  (by unit id).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All artifacts  (migration.md, analysis.json, plan.md, units/*.json)  live in git  —  auditable, versioned, never lost to a laptop.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From Backlog to Migrated 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Set up once with  /scaffold  and  /foundation.  Then the team migrates in parallel with  /next  and  /migrate.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v0.16.0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09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11460175" cy="384048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77295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SETUP   —   one developer runs   /scaffold   then   /foundation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" y="1755648"/>
            <a:ext cx="3383280" cy="10058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847088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Backlog Ready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212848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FAFBFC"/>
                </a:solidFill>
                <a:latin typeface="Calibri"/>
              </a:rPr>
              <a:t>From  /plan.
Units sized S / M / L / XL.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7408" y="1755648"/>
            <a:ext cx="3383280" cy="10058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847088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Target Scaffold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2212848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FAFBFC"/>
                </a:solidFill>
                <a:latin typeface="Calibri"/>
              </a:rPr>
              <a:t>Skeleton + toolchain preflight.
Legacy assets copied 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22208" y="1755648"/>
            <a:ext cx="3383280" cy="10058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13648" y="1847088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Foundation 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3648" y="2212848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FAFBFC"/>
                </a:solidFill>
                <a:latin typeface="Calibri"/>
              </a:rPr>
              <a:t>Auth + cross-cutting slice
migrated first.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703320" y="2075688"/>
            <a:ext cx="731520" cy="36576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246888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0C2CB"/>
                </a:solidFill>
                <a:latin typeface="Consolas"/>
              </a:rPr>
              <a:t>/scaffold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818120" y="2075688"/>
            <a:ext cx="731520" cy="36576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0" y="246888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0C2CB"/>
                </a:solidFill>
                <a:latin typeface="Consolas"/>
              </a:rPr>
              <a:t>/foundation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108960"/>
            <a:ext cx="11460175" cy="38404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127248"/>
            <a:ext cx="11277295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PARALLEL MIGRATION   —   each developer runs   /next   or   /migrate   then   /verify   on a different unit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HomePage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88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06624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06624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98064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98064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98064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PaymentProcessor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16352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16352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47488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47488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38928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38928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38928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OrderList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57216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57216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88352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88352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79792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79792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79792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Dashboard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79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98079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729216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729216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20656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20656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20656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ProfileEditor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38944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38944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5925312"/>
            <a:ext cx="11460175" cy="2377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/verify enforces lint + type-check + tests + behavioural-parity + security checks (plus an advisory code-quality review) before a unit is marked done.  Per-unit git files mean zero merge conflicts.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Setup is sequential and short.  Migration is parallel and scales with team size.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Three Verification Tiers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/verify runs all three in order — each tier has a different role, depth, and gate behaviour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v0.16.0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10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11460175" cy="38404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77295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Every migrated unit passes through up to three verification layers  ·  Tier 1 blocks  ·  Tier 2 advises  ·  Tier 3 adds runtime confidence (opt-in)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64208"/>
            <a:ext cx="3694176" cy="4407408"/>
          </a:xfrm>
          <a:prstGeom prst="rect">
            <a:avLst/>
          </a:prstGeom>
          <a:solidFill>
            <a:srgbClr val="FDEBEB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664208"/>
            <a:ext cx="3694176" cy="54864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682496"/>
            <a:ext cx="475488" cy="5120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1" i="0">
                <a:solidFill>
                  <a:srgbClr val="FAFBFC"/>
                </a:solidFill>
                <a:latin typeface="Segoe UI Semibol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1700784"/>
            <a:ext cx="29260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AFBFC"/>
                </a:solidFill>
                <a:latin typeface="Segoe UI Semibold"/>
              </a:rPr>
              <a:t>Parity + 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1993392"/>
            <a:ext cx="2926080" cy="1828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AFBFC"/>
                </a:solidFill>
                <a:latin typeface="Segoe UI Semibold"/>
              </a:rPr>
              <a:t>GATING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04288"/>
            <a:ext cx="3374136" cy="13533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A read-only AI (parity-reviewer) compares migrated code vs the legacy original across validation logic, output shape, error handling, UI structure, and five security dimensions: dropped auth, injection, encoding, CSRF, and exposed secrets.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730752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730752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Behavioural diff: logic, responses, error shapes match legacy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151376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151376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Security: auth, injection, encoding, CSRF, secret leakage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72000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4572000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Adversarial refute pass on every high-severity finding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92624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4992624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Unacknowledged highs BLOCK the unit from being verified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5596128"/>
            <a:ext cx="3474720" cy="38404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5614416"/>
            <a:ext cx="347472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AFBFC"/>
                </a:solidFill>
                <a:latin typeface="Consolas"/>
              </a:rPr>
              <a:t>/verify  ·  /parity-check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42816" y="1664208"/>
            <a:ext cx="3694176" cy="4407408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42816" y="1664208"/>
            <a:ext cx="3694176" cy="5486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34256" y="1682496"/>
            <a:ext cx="475488" cy="5120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1" i="0">
                <a:solidFill>
                  <a:srgbClr val="FAFBFC"/>
                </a:solidFill>
                <a:latin typeface="Segoe UI Semibold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01184" y="1700784"/>
            <a:ext cx="29260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AFBFC"/>
                </a:solidFill>
                <a:latin typeface="Segoe UI Semibold"/>
              </a:rPr>
              <a:t>Quality + Static Perf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01184" y="1993392"/>
            <a:ext cx="2926080" cy="1828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AFBFC"/>
                </a:solidFill>
                <a:latin typeface="Segoe UI Semibold"/>
              </a:rPr>
              <a:t>ADVISORY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5696" y="2304288"/>
            <a:ext cx="3374136" cy="13533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A read-only AI (migration-critic) reviews for two orthogonal concerns: idiomatic quality (legacy patterns leaking into modern code, e.g. jQuery patterns in React) and static-performance regressions detectable without running the app.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25696" y="3730752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45152" y="3730752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Idiomatic review: legacy paradigm leakage in modern code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25696" y="4151376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45152" y="4151376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N+1 queries, unbounded data fetches, waterfall I/O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25696" y="4572000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45152" y="4572000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Bundle bloat and blocking synchronous operations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25696" y="4992624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45152" y="4992624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Findings reported to the developer — never blocks migration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52544" y="5596128"/>
            <a:ext cx="3474720" cy="38404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52544" y="5614416"/>
            <a:ext cx="347472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AFBFC"/>
                </a:solidFill>
                <a:latin typeface="Consolas"/>
              </a:rPr>
              <a:t>/verify  ·  /quality-check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19872" y="1664208"/>
            <a:ext cx="3694176" cy="4407408"/>
          </a:xfrm>
          <a:prstGeom prst="rect">
            <a:avLst/>
          </a:prstGeom>
          <a:solidFill>
            <a:srgbClr val="F3E8FF"/>
          </a:solidFill>
          <a:ln w="952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19872" y="1664208"/>
            <a:ext cx="3694176" cy="5486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11312" y="1682496"/>
            <a:ext cx="475488" cy="5120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1" i="0">
                <a:solidFill>
                  <a:srgbClr val="FAFBFC"/>
                </a:solidFill>
                <a:latin typeface="Segoe UI Semibold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0" y="1700784"/>
            <a:ext cx="29260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AFBFC"/>
                </a:solidFill>
                <a:latin typeface="Segoe UI Semibold"/>
              </a:rPr>
              <a:t>Dynamic Testing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1993392"/>
            <a:ext cx="2926080" cy="1828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AFBFC"/>
                </a:solidFill>
                <a:latin typeface="Segoe UI Semibold"/>
              </a:rPr>
              <a:t>OPT-IN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2752" y="2304288"/>
            <a:ext cx="3374136" cy="13533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Runtime verification enabled per migration in migration.md §12 or with --dynamic. Adds two phases on top of the static tiers: recorded-baseline API replay against the new API, and browser-driven Playwright end-to-end tests.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02752" y="3730752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22208" y="3730752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API replay: records legacy responses, diffs new API outputs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02752" y="4151376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22208" y="4151376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Playwright E2E: browser-driven suite vs the running new app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02752" y="4572000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22208" y="4572000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Enable with /verify --dynamic or migration.md §12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02752" y="4992624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22208" y="4992624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Run --capture-baseline before the first comparison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29600" y="5596128"/>
            <a:ext cx="3474720" cy="3840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29600" y="5614416"/>
            <a:ext cx="347472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AFBFC"/>
                </a:solidFill>
                <a:latin typeface="Consolas"/>
              </a:rPr>
              <a:t>/verify --dynamic  ·  --capture-baseline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Tier 1 guards correctness and security.  Tier 2 guards code quality and performance.  Tier 3 adds runtime confidence.  Any combination is valid.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The 18 Skills  (Slash Commands)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Each skill is exposed as a slash command — or auto-fires from plain English (see slide 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v0.16.0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11  /  13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52144"/>
          <a:ext cx="11460174" cy="52989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2831"/>
                <a:gridCol w="9397343"/>
              </a:tblGrid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Command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 (Plain English)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/init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Sets up the migration workspace inside the legacy repository.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/analyze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Auto-detects the legacy technology stack and inventories every component.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/plan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Validates the config and generates the full migration backlog — one item per page or feature.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/scaffold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Creates the blank modern application skeleton and copies legacy images, fonts, and assets.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/foundation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Establishes the foundational slice first — login/auth plus opted-in cross-cutting concerns (i18n, feature flags, error handling, telemetry, logging, data-access wiring) — via one consolidated design-approval gate, implemented in parallel.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/next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Picks the next available unit from the backlog and migrates it — presenting a plan for approval first (opt-out).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/migrate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Migrates a specific unit by name — used when standup assigns work.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/verify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Runs lint, type-check, tests, a behavioural-parity + security gate, and advisory code-quality + static-performance review; an opt-in dynamic tier (API replay + Playwright E2E) adds runtime checks.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/parity-check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Compares a migrated unit's behaviour against the legacy original — validation, output shape, errors, UI states, security — and lets the team acknowledge intentional differences.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/quality-check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Advisory review of the migrated code's idiomaticity and static performance — flags legacy patterns and N+1/bundle/blocking regressions. Never blocks.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/integrate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Assembles the migrated units into the composed app — central router + nav, whole-app smoke, orphaned-unit + cutover-coverage report, and the strangler traffic-split proxy. Runs any time; idempotent.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/retry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Re-attempts a failed unit, optionally with team-supplied corrective guidance.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/rollback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Reverts a single unit back to its original state in one git command — refusing by default when it owns shared files others depend on.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/sync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Merges teammates' parallel progress into the local copy with deterministic rules.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/report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Generates a stakeholder report — burndown, ETA, risk — in Markdown, JSON, or HTML.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/status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Shows a real-time dashboard of every unit, owner, and blocker (read-only).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/unlock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Force-clears a stuck advisory lock left behind by a crashed session.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/abandon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Formally drops a unit or resets the workspace — requires two-step confirmation.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Agents · Hooks · Templates · Framework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Every other custom artifact built into the plugin — one English sentence each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v0.16.0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12  /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9728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56DB"/>
                </a:solidFill>
                <a:latin typeface="Segoe UI Semibold"/>
              </a:rPr>
              <a:t>6 AI Agents   (specialised AIs that read your code, translate it, verify behaviour, quality &amp; performance, and steer around known pitfalls)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1371600"/>
          <a:ext cx="11460174" cy="1376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1238"/>
                <a:gridCol w="8938936"/>
              </a:tblGrid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Agent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legacy-analyzer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Read-only AI agent that inspects the legacy codebase and produces a structured stack inventory.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unit-migrator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Core migration engine that translates one page or feature from legacy code to the modern target stack.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cross-cutting-migrator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Establishes one cross-cutting concern (auth / i18n / flags / error-handling / telemetry / logging / data-wiring); fanned out in parallel by /foundation.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parity-reviewer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Read-only AI that compares migrated vs legacy for behavioural AND security differences tests can't catch.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migration-critic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Read-only, advisory AI reviewing the migrated code's idiomaticity AND static performance — flags legacy patterns and N+1/bundle/blocking regressions.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permanent-gotchas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Curated read-only catalog of bugs the AI cannot reliably discover on its own — first-run crashes and silent failures.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2880360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A56DB"/>
                </a:solidFill>
                <a:latin typeface="Segoe UI Semibold"/>
              </a:rPr>
              <a:t>2 Automation Hooks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182112"/>
          <a:ext cx="11460174" cy="850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1238"/>
                <a:gridCol w="8938936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Hook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hooks.json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Registers the heartbeat to fire automatically after every file save during migration work.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heartbeat.mjs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Stamps each developer's in-progress unit in real time so the team can detect stalled work.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11480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56DB"/>
                </a:solidFill>
                <a:latin typeface="Segoe UI Semibold"/>
              </a:rPr>
              <a:t>9 Templates  ·  31 Framework Files  ·  2 Workflow Scripts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07408"/>
          <a:ext cx="11460174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6459"/>
                <a:gridCol w="7563715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Artifact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migration.md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The team-editable configuration: target stack, strategy, auth, cross-cutting concerns, acceptance criteria.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migration-interview.json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Declarative question catalog driving /analyze's interactive setup interview.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frameworks/&lt;name&gt;.md  ×31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One file per supported framework — detection signals, scaffold/integration recipes, test framework, auth notes.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workflows/analyze-discovery.js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Workflow-tool script — exhaustive loop-until-dry entry-point discovery driving /analyze.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workflows/foundation-establish.js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Workflow-tool script — fans out cross-cutting-migrator per concern, in parallel, for /foundation.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state.schema.json  +  unit.schema.json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Schemas for the workflow ledger and per-unit state — one JSON file per unit, conflict-free in git.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plan.md  +  report.md  +  notes-template.md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Templates for the auto-generated plan, stakeholder reports, and per-unit design notes.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verify.config.json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Per-stack lint, type-check, test, and dynamic (E2E + API-replay) commands used by /verify.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permanent-gotchas/fastapi/pyproject.toml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Reference asset that bypasses a known FastAPI install gotcha automatically.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3767" y="1097280"/>
            <a:ext cx="3291840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9487" y="1115568"/>
            <a:ext cx="3200400" cy="4663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AI translates · You approve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9927" y="1097280"/>
            <a:ext cx="3291840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5647" y="1115568"/>
            <a:ext cx="3200400" cy="4663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20+ developers · Zero conflicts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16087" y="1097280"/>
            <a:ext cx="3291840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1807" y="1115568"/>
            <a:ext cx="3200400" cy="4663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Full visibility · Every sprint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10911535" cy="1828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0" i="0">
                <a:solidFill>
                  <a:srgbClr val="FAFBFC"/>
                </a:solidFill>
                <a:latin typeface="Segoe UI Semibold"/>
              </a:rPr>
              <a:t>web-modernize turns a multi-year legacy rewrite
into a measurable, sprint-by-sprint delivery
with safety nets at every step.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160520"/>
            <a:ext cx="10362895" cy="13716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51960"/>
            <a:ext cx="10362895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0" i="0">
                <a:solidFill>
                  <a:srgbClr val="FAFBFC"/>
                </a:solidFill>
                <a:latin typeface="Segoe UI Semibold"/>
              </a:rPr>
              <a:t>Next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709160"/>
            <a:ext cx="100584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 i="0">
                <a:solidFill>
                  <a:srgbClr val="FAFBFC"/>
                </a:solidFill>
                <a:latin typeface="Calibri"/>
              </a:rPr>
              <a:t>Pilot the plugin on one legacy application this sprint.
Run  /web-modernize:analyze  and see your full migration scope in minutes.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Calibri"/>
              </a:rPr>
              <a:t>Balaji Harikrishnan   ·   balaji.harikrishnan@cognizant.com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2648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web-modernize v0.16.0   ·   github.com/balaji-hari/web-mordernize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