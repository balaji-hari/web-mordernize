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June 2026   ·   v0.15.0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18 skills exposed as slash commands  ·  6 AI agents (analyzer, migrator, cross-cutting-migrator, parity-reviewer, migration-critic, gotchas catalog)  ·  2 automation hooks  ·  two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Nothing is one-way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action is recorded in git — the team can see who did what, when, with what input. One command  (/rollback --unit &lt;id&gt;)  reverts a single unit cleanly. Destructive commands  (/abandon --hard)  require a two-step confirmation; no accidental wipes.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code, and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18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18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8)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298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6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376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2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v0.15.0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