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June 2026   ·   v0.15.0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18 skills exposed as slash commands  ·  6 AI agents (analyzer, migrator, cross-cutting-migrator, parity-reviewer, migration-critic, gotchas catalog)  ·  2 automation hooks  ·  two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Approved going in, reversible coming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Nothing risky is written blind: by default /next presents each unit's plan — target files, approach, tests — and waits for your approval before writing a line (opt out per migration via review_mode, or per unit via --no-plan); /foundation always gates the auth + cross-cutting design. And nothing is one-way: every action is recorded in git, one command  (/rollback --unit &lt;id&gt;)  reverts a unit cleanly (refusing shared files unless forced), and destructive commands  (/abandon --hard)  need a two-step confirm.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18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18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298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6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376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2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v0.15.0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