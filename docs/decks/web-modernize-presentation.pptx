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July 2026   ·   v0.18.0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19 skills exposed as slash commands  ·  5 AI agents (analyzer, migrator, cross-cutting-migrator, parity-reviewer, migration-critic)  ·  2 automation hooks  ·  four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19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Approved going in, reversible coming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Nothing risky is written blind: by default /next presents each unit's plan — target files, approach, tests — and waits for your approval before writing a line (opt out per migration via review_mode, or per unit via --no-plan); /foundation always gates the auth + cross-cutting design. And nothing is one-way: every action is recorded in git, one command  (/rollback --unit &lt;id&gt;)  reverts a unit cleanly (refusing shared files unless forced), and destructive commands  (/abandon --hard)  need a two-step confirm.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Three Verification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/verify runs all three in order — each tier has a different role, depth, and gate behaviour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Every migrated unit passes through up to three verification layers  ·  Tier 1 blocks  ·  Tier 2 advises  ·  Tier 3 adds runtime confidence (opt-in)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694176" cy="4407408"/>
          </a:xfrm>
          <a:prstGeom prst="rect">
            <a:avLst/>
          </a:prstGeom>
          <a:solidFill>
            <a:srgbClr val="FDEBE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664208"/>
            <a:ext cx="3694176" cy="5486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Parity +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(parity-reviewer) compares migrated code vs the legacy original across validation logic, output shape, error handling, UI structure, and five security dimensions: dropped auth, injection, encoding, CSRF, and exposed secrets.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Behavioural diff: logic, responses, error shapes match legacy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Security: auth, injection, encoding, CSRF, secret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Adversarial refute pass on every high-severity finding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Unacknowledged highs BLOCK the unit from being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596128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/parity-check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664208"/>
            <a:ext cx="3694176" cy="4407408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42816" y="1664208"/>
            <a:ext cx="3694176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1184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Quality + Static Perf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ADVISORY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5696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(migration-critic) reviews for two orthogonal concerns: idiomatic quality (legacy patterns leaking into modern code, e.g. jQuery patterns in React) and static-performance regressions detectable without running the app.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5696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Idiomatic review: legacy paradigm leakage in modern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N+1 queries, unbounded data fetches, waterfall I/O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5152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Bundle bloat and blocking synchronous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5152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Findings reported to the developer — never blocks migration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52544" y="5596128"/>
            <a:ext cx="3474720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4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/quality-check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9872" y="1664208"/>
            <a:ext cx="3694176" cy="4407408"/>
          </a:xfrm>
          <a:prstGeom prst="rect">
            <a:avLst/>
          </a:prstGeom>
          <a:solidFill>
            <a:srgbClr val="F3E8FF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872" y="1664208"/>
            <a:ext cx="3694176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11312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Dynamic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OPT-IN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Runtime verification enabled per migration in migration.md §12 or with --dynamic. Adds two phases on top of the static tiers: recorded-baseline API replay against the new API, and browser-driven Playwright end-to-end tests.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API replay: records legacy responses, diffs new API outputs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Playwright E2E: browser-driven suite vs the running new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22208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Enable with /verify --dynamic or migration.md §12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Run --capture-baseline before the first comparison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596128"/>
            <a:ext cx="347472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--dynamic  ·  --capture-baseline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Tier 1 guards correctness and security.  Tier 2 guards code quality and performance.  Tier 3 adds runtime confidence.  Any combination is valid.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19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/next-batch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several independent units in parallel in one pass — faster throughput than /next, but always skips the per-unit plan gate.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v0.18.0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12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5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4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workflows/next-batch.js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unit-migrator (full mode, no plan gate) across a batch of independent units in parallel, for /next-batch.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workflows/verify-run.js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pipelines per-unit lint/type-check/tests, then fans out parity-reviewer + migration-critic + the dynamic tier, for /verify.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v0.18.0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