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June 2026   ·   v0.15.0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18 skills exposed as slash commands  ·  6 AI agents (analyzer, migrator, cross-cutting-migrator, parity-reviewer, migration-critic, gotchas catalog)  ·  2 automation hooks  ·  two workflows/ orchestration scripts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/foundation.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Foundation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Auth + cross-cutting slice
migrated first.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Nothing is one-way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action is recorded in git — the team can see who did what, when, with what input. One command  (/rollback --unit &lt;id&gt;)  reverts a single unit cleanly. Destructive commands  (/abandon --hard)  require a two-step confirmation; no accidental wipes.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 and static-performance regressions (N+1 queries, unbounded fetches, bundle bloat), and an opt-in dynamic tier (API replay + Playwright E2E) adds runtime checks.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18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/foundation,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/foundation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18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52144"/>
          <a:ext cx="11460174" cy="5298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/foundation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the foundational slice first — login/auth plus opted-in cross-cutting concerns (i18n, feature flags, error handling, telemetry, logging, data-access wiring) — via one consolidated design-approval gate, implemented in parallel.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— presenting a plan for approval first (opt-out).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gate, and advisory code-quality + static-performance review; an opt-in dynamic tier (API replay + Playwright E2E) adds runtime checks.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and static performance — flags legacy patterns and N+1/bundle/blocking regressions. Never blocks.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/integrate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Assembles the migrated units into the composed app — central router + nav, whole-app smoke, orphaned-unit + cutover-coverage report, and the strangler traffic-split proxy. Runs any time; idempotent.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 — refusing by default when it owns shared files others depend 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6 AI Agents   (specialised AIs that read your code, translate it, verify behaviour, quality &amp; performance,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371600"/>
          <a:ext cx="11460174" cy="1376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cross-cutting-migrator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one cross-cutting concern (auth / i18n / flags / error-handling / telemetry / logging / data-wiring); fanned out in parallel by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reviewing the migrated code's idiomaticity AND static performance — flags legacy patterns and N+1/bundle/blocking regressions.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Curated read-only catalog of bugs the AI cannot reliably discover on its own — first-run crashes and silent failures.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148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9 Templates  ·  31 Framework Files  ·  2 Workflow Scripts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07408"/>
          <a:ext cx="11460174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cross-cutting concerns,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scaffold/integration recipes, test framework, auth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exhaustive loop-until-dry entry-point discovery driving /analyze.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workflows/foundation-establish.js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cross-cutting-migrator per concern, in parallel, for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test, and dynamic (E2E + API-replay)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v0.15.0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